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FROG Dealer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Intelligence Platform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12,651 Pool &amp; Hot Tub Dealers Across the United States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which dealers carry FROG water care products using AI-powered data collection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434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Jhonatan Garrido-Lecca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Claude Code  |  ArcGIS Maps SDK  |  Node.js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0" y="4526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Technology  | 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Challenge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Technology faces two critical distribution challenges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30175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393192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1554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Distributors Becoming Competitors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PoolCorp, Heritage &amp; BayState sell $27M of FROG products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PoolCorp now pushing own brands (Regal) to boost stock price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Hired talent from Biolabs &amp; Solenis to compete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~2,200 pool dealers buy through distribution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Tech doesn't know who these dealers are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931920" cy="30175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371600"/>
            <a:ext cx="3931920" cy="54864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9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94960" y="1554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Direct-to-Dealer Transition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219456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tub OEMs ship FROG products to their 1,600 dealers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OEMs want to focus on building hot tubs, not logistics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strategy: King Tech ships direct, shares margin with OEM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360 dealers (20%) generate 80% of revenue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determine fair margin contribution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question: Of 12,000+ dealers mapped, which ones actually sell FROG products?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Solution: 4-Step Approach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502920" cy="502920"/>
          </a:xfrm>
          <a:prstGeom prst="ellipse">
            <a:avLst/>
          </a:prstGeom>
          <a:solidFill>
            <a:srgbClr val="0079C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Landscape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417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11 dealer locator APIs to build a database of 12,651 dealer locations across 50 states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0" y="1188720"/>
            <a:ext cx="822960" cy="36576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0" y="11887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79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hrs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60120" y="1691640"/>
            <a:ext cx="36576" cy="365760"/>
          </a:xfrm>
          <a:prstGeom prst="rect">
            <a:avLst/>
          </a:prstGeom>
          <a:solidFill>
            <a:srgbClr val="2A3040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103120"/>
            <a:ext cx="502920" cy="50292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1732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Website Scan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23774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 49 pages per dealer across 1,793 websites searching for FROG product keywords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0" y="2148840"/>
            <a:ext cx="822960" cy="36576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0" y="21488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hrs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60120" y="2651760"/>
            <a:ext cx="36576" cy="365760"/>
          </a:xfrm>
          <a:prstGeom prst="rect">
            <a:avLst/>
          </a:prstGeom>
          <a:solidFill>
            <a:srgbClr val="2A3040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3063240"/>
            <a:ext cx="502920" cy="502920"/>
          </a:xfrm>
          <a:prstGeom prst="ellipse">
            <a:avLst/>
          </a:prstGeom>
          <a:solidFill>
            <a:srgbClr val="00FF88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41732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Locator Scrape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17320" y="33375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3,896 authorized dealers from frogproducts.com by searching 747 US zip codes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0" y="3108960"/>
            <a:ext cx="822960" cy="36576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0" y="31089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min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60120" y="3611880"/>
            <a:ext cx="36576" cy="365760"/>
          </a:xfrm>
          <a:prstGeom prst="rect">
            <a:avLst/>
          </a:prstGeom>
          <a:solidFill>
            <a:srgbClr val="2A3040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4023360"/>
            <a:ext cx="502920" cy="502920"/>
          </a:xfrm>
          <a:prstGeom prst="ellipse">
            <a:avLst/>
          </a:prstGeom>
          <a:solidFill>
            <a:srgbClr val="00CC6A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417320" y="3977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Internet-Wide Search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17320" y="42976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search Google, directories, Facebook, and retail sites for additional FROG dealers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72400" y="4069080"/>
            <a:ext cx="822960" cy="36576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0" y="40690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min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152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~14 hours  |  100,000+ web pages analyzed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9C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1: Building the Dealer Database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data sources scraped using custom Node.js scripts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92608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Method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32320" y="1234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8229600" cy="29260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600200"/>
            <a:ext cx="54864" cy="292608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6002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Pentair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0" y="16002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SFDC export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32320" y="16002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7,400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1892808"/>
            <a:ext cx="8229600" cy="29260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1892808"/>
            <a:ext cx="54864" cy="29260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8928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Jacuzzi / Sundance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26080" y="18928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locator API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0" y="18928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1,430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185416"/>
            <a:ext cx="8229600" cy="29260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185416"/>
            <a:ext cx="54864" cy="292608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1854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Leslie's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926080" y="21854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Demandware store API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32320" y="21854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478024"/>
            <a:ext cx="8229600" cy="29260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2478024"/>
            <a:ext cx="54864" cy="292608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24780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BioGuard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926080" y="24780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 platform crawl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32320" y="247802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2770632"/>
            <a:ext cx="8229600" cy="29260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2770632"/>
            <a:ext cx="54864" cy="292608"/>
          </a:xfrm>
          <a:prstGeom prst="rect">
            <a:avLst/>
          </a:prstGeom>
          <a:solidFill>
            <a:srgbClr val="8BC34A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27706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Bullfrog / Caldera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926080" y="27706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Sitemap discovery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32320" y="27706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3063240"/>
            <a:ext cx="8229600" cy="29260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" y="3063240"/>
            <a:ext cx="54864" cy="292608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3063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Spring Spas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926080" y="3063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JSON-LD extraction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132320" y="30632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590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3355848"/>
            <a:ext cx="8229600" cy="29260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0" name="Shape 38"/>
          <p:cNvSpPr/>
          <p:nvPr/>
        </p:nvSpPr>
        <p:spPr>
          <a:xfrm>
            <a:off x="457200" y="3355848"/>
            <a:ext cx="54864" cy="29260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33558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PoolCorp / SCP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926080" y="33558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API (map.php)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132320" y="33558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3648456"/>
            <a:ext cx="8229600" cy="29260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45" name="Shape 43"/>
          <p:cNvSpPr/>
          <p:nvPr/>
        </p:nvSpPr>
        <p:spPr>
          <a:xfrm>
            <a:off x="457200" y="3648456"/>
            <a:ext cx="54864" cy="29260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" y="3648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Pinch A Penny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926080" y="36484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locator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132320" y="36484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57200" y="3941064"/>
            <a:ext cx="8229600" cy="29260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0" name="Shape 48"/>
          <p:cNvSpPr/>
          <p:nvPr/>
        </p:nvSpPr>
        <p:spPr>
          <a:xfrm>
            <a:off x="457200" y="3941064"/>
            <a:ext cx="54864" cy="292608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51" name="Text 49"/>
          <p:cNvSpPr/>
          <p:nvPr/>
        </p:nvSpPr>
        <p:spPr>
          <a:xfrm>
            <a:off x="640080" y="394106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Hayward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926080" y="39410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Amasty locator, grid search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132320" y="394106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57200" y="4233672"/>
            <a:ext cx="8229600" cy="29260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55" name="Shape 53"/>
          <p:cNvSpPr/>
          <p:nvPr/>
        </p:nvSpPr>
        <p:spPr>
          <a:xfrm>
            <a:off x="457200" y="4233672"/>
            <a:ext cx="54864" cy="29260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6" name="Text 54"/>
          <p:cNvSpPr/>
          <p:nvPr/>
        </p:nvSpPr>
        <p:spPr>
          <a:xfrm>
            <a:off x="640080" y="42336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Heritage Pool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2926080" y="42336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data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132320" y="42336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57200" y="4526280"/>
            <a:ext cx="8229600" cy="29260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0" name="Shape 58"/>
          <p:cNvSpPr/>
          <p:nvPr/>
        </p:nvSpPr>
        <p:spPr>
          <a:xfrm>
            <a:off x="457200" y="4526280"/>
            <a:ext cx="54864" cy="292608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61" name="Text 59"/>
          <p:cNvSpPr/>
          <p:nvPr/>
        </p:nvSpPr>
        <p:spPr>
          <a:xfrm>
            <a:off x="640080" y="45262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2926080" y="4526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+ HQ entries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132320" y="45262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457200" y="4818888"/>
            <a:ext cx="8229600" cy="32004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65" name="Text 63"/>
          <p:cNvSpPr/>
          <p:nvPr/>
        </p:nvSpPr>
        <p:spPr>
          <a:xfrm>
            <a:off x="640080" y="48188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after deduplication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7132320" y="48188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12,651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2: Deep Website Scanning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Crawling 49 pages per dealer to find FROG product mentions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114800" cy="34747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of 1,793 unique dealer websites: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homepage + 48 subpages</a:t>
            </a:r>
            <a:endParaRPr lang="en-US" sz="11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/products, /chemicals, /brands, /frog, /shop, /water-care, /spa-chemicals, /collections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on-site results (?s=frog)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sitemaps for additional pages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Frog-related links discovered on pages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HTML, search for 40+ FROG keywords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by confidence (High/Medium/Low)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280160"/>
            <a:ext cx="3840480" cy="34747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2064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20640" y="18288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304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5120640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dealer websites with FROG products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20640" y="2926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crawled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3232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~87,000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0" y="3337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duration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32320" y="3337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hours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0" y="3749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 found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32320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@ease (259)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0" y="4160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32320" y="4160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parallel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3: Official FROG Dealer Locator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definitive source: frogproducts.com/find-a-dealer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228600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630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3,896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FROG Dealers Found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50 states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228600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9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87452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form scrape of dealer locator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Searched 747 US zip codes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50 results per zip code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Deduplicated by name + city + state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Cross-referenced with our 12,651 locations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2,665 matches confirmed in database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840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 for FROG Dealers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160520"/>
            <a:ext cx="594360" cy="64008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81888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4096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347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298448" y="4278575"/>
            <a:ext cx="594360" cy="522025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7" name="Text 15"/>
          <p:cNvSpPr/>
          <p:nvPr/>
        </p:nvSpPr>
        <p:spPr>
          <a:xfrm>
            <a:off x="1298448" y="481888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98448" y="4214567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283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139696" y="4313623"/>
            <a:ext cx="594360" cy="486977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20" name="Text 18"/>
          <p:cNvSpPr/>
          <p:nvPr/>
        </p:nvSpPr>
        <p:spPr>
          <a:xfrm>
            <a:off x="2139696" y="481888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139696" y="4249615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264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980944" y="4383718"/>
            <a:ext cx="594360" cy="416882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23" name="Text 21"/>
          <p:cNvSpPr/>
          <p:nvPr/>
        </p:nvSpPr>
        <p:spPr>
          <a:xfrm>
            <a:off x="2980944" y="481888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980944" y="431971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226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822192" y="4407698"/>
            <a:ext cx="594360" cy="392902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26" name="Text 24"/>
          <p:cNvSpPr/>
          <p:nvPr/>
        </p:nvSpPr>
        <p:spPr>
          <a:xfrm>
            <a:off x="3822192" y="481888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22192" y="434369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213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663440" y="4505462"/>
            <a:ext cx="594360" cy="295138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481888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63440" y="444145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504688" y="4527598"/>
            <a:ext cx="594360" cy="273002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2" name="Text 30"/>
          <p:cNvSpPr/>
          <p:nvPr/>
        </p:nvSpPr>
        <p:spPr>
          <a:xfrm>
            <a:off x="5504688" y="481888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04688" y="446359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345936" y="4546044"/>
            <a:ext cx="594360" cy="254556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5" name="Text 33"/>
          <p:cNvSpPr/>
          <p:nvPr/>
        </p:nvSpPr>
        <p:spPr>
          <a:xfrm>
            <a:off x="6345936" y="481888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345936" y="448203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187184" y="4566334"/>
            <a:ext cx="594360" cy="234266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8" name="Text 36"/>
          <p:cNvSpPr/>
          <p:nvPr/>
        </p:nvSpPr>
        <p:spPr>
          <a:xfrm>
            <a:off x="7187184" y="481888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187184" y="450232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8028432" y="4584781"/>
            <a:ext cx="594360" cy="215819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41" name="Text 39"/>
          <p:cNvSpPr/>
          <p:nvPr/>
        </p:nvSpPr>
        <p:spPr>
          <a:xfrm>
            <a:off x="8028432" y="481888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028432" y="4520773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C6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4: AI-Powered Internet Search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searched across the entire internet for FROG dealers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560320" cy="219456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2560320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27+ keyword queries for FROG product names combined with dealer/store terms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98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56 dealers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560320" cy="219456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371600"/>
            <a:ext cx="2560320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554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Directories &amp; Social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19202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business pages, Yelp, Yellow Pages, industry directories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0" y="3017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59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40+ dealers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560320" cy="219456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371600"/>
            <a:ext cx="2560320" cy="54864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554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Sites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19202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Amazon, Walmart, specialty pool supply sites carrying FROG products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3017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9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 retailers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931920"/>
            <a:ext cx="54864" cy="9144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Discovery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FROG Leap is a dealer-exclusive product line (Infuzer, Torpedo Pac, ALL-OUT) distributed only through authorized pool dealers -- not available at big-box or online. This makes it a key indicator for identifying true FROG partners.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FROG Products Tracked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product keywords across 4 lines searched on every dealer site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1965960" cy="329184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1965960" cy="54864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544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Tub 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@ease (Floating &amp; In-Line)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SmartChlor Technology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Serene Floating System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Cartridge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Basics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259 dealers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1371600"/>
            <a:ext cx="1965960" cy="329184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371600"/>
            <a:ext cx="1965960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15544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Line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196596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Frog Cycler (5400/6100)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 PACs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Mineral Reservoir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 Algaecide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Flippin' Frog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Frog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51760" y="42062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dealers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1371600"/>
            <a:ext cx="1965960" cy="329184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1371600"/>
            <a:ext cx="1965960" cy="54864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5544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Leap (Dealer Exclusive)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196596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Leap Infuzer System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Torpedo Pac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Anti-Bac Mineral Pac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ALL-OUT Algaecide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Wake-Up/Hibernation Kit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42062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03720" y="1371600"/>
            <a:ext cx="1965960" cy="329184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03720" y="1371600"/>
            <a:ext cx="1965960" cy="54864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15544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Solutions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40880" y="196596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Phos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Cloudy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Algae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Algae 90 Day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40880" y="42062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874520" cy="146304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79C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12,651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Dealers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06040" y="1005840"/>
            <a:ext cx="1874520" cy="146304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109728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3,832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606040" y="18288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FROG-Tagged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1874520" cy="146304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09728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CC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2,665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754880" y="18288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Authorized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Dealers Matched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03720" y="1005840"/>
            <a:ext cx="1874520" cy="146304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03720" y="109728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3498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903720" y="18288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2743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FROG Confidence Breakdown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200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Confidence (3+ products or official)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0" y="3246120"/>
            <a:ext cx="515637" cy="18288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9" name="Text 17"/>
          <p:cNvSpPr/>
          <p:nvPr/>
        </p:nvSpPr>
        <p:spPr>
          <a:xfrm>
            <a:off x="4721877" y="3200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1,189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(1-2 products or official match)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0" y="3657600"/>
            <a:ext cx="1131887" cy="182880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22" name="Text 20"/>
          <p:cNvSpPr/>
          <p:nvPr/>
        </p:nvSpPr>
        <p:spPr>
          <a:xfrm>
            <a:off x="5338127" y="3611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2,610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4023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(general mention)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0" y="4069080"/>
            <a:ext cx="14311" cy="18288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25" name="Text 23"/>
          <p:cNvSpPr/>
          <p:nvPr/>
        </p:nvSpPr>
        <p:spPr>
          <a:xfrm>
            <a:off x="4220551" y="4023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4434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Detected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0" y="4480560"/>
            <a:ext cx="3824564" cy="182880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28" name="Text 26"/>
          <p:cNvSpPr/>
          <p:nvPr/>
        </p:nvSpPr>
        <p:spPr>
          <a:xfrm>
            <a:off x="8030804" y="4434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8,819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Interactive Map Application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garridolecca.github.io/pool-dealer-map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560320" cy="14173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2560320" cy="54864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FROG Coverage Dashboard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stats showing FROG dealer counts, confidence levels, hot tub vs pool line coverage, and official authorized dealer count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560320" cy="14173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371600"/>
            <a:ext cx="2560320" cy="54864"/>
          </a:xfrm>
          <a:prstGeom prst="rect">
            <a:avLst/>
          </a:prstGeom>
          <a:solidFill>
            <a:srgbClr val="0079C1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9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Filter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18745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Distribution (PoolCorp/Heritage), OEM (hot tub brands), Independent, Direct, or Retail to segment the market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560320" cy="14173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371600"/>
            <a:ext cx="2560320" cy="54864"/>
          </a:xfrm>
          <a:prstGeom prst="rect">
            <a:avLst/>
          </a:prstGeom>
          <a:solidFill>
            <a:srgbClr val="00CC6A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FROG Dealer Highlight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63640" y="18745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binoculars button to highlight only FROG-carrying dealers with diamond markers, dimming all others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2560320" cy="14173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063240"/>
            <a:ext cx="2560320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35661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ArcGIS-powered map with 12,651 dealer dots. Click any dealer for full details including FROG products and official status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3063240"/>
            <a:ext cx="2560320" cy="14173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3063240"/>
            <a:ext cx="2560320" cy="54864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23" name="Text 21"/>
          <p:cNvSpPr/>
          <p:nvPr/>
        </p:nvSpPr>
        <p:spPr>
          <a:xfrm>
            <a:off x="342900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Filtering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29000" y="35661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stat row to filter. Combine type + state + channel + FROG status. Search by name, company, city, or state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3063240"/>
            <a:ext cx="2560320" cy="14173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3063240"/>
            <a:ext cx="2560320" cy="54864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Views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63640" y="35661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clustering for grouped view or heatmap for geographic density visualization of dealer concentration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 for Action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Technology now has unprecedented visibility into its dealer network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8229600" cy="228600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240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the 360 top hot tub OEM dealers for direct-to-dealer transition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dealer portal with pricing, loyalty programs, and training resources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margin contribution scenarios for OEM compensation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440 top pool dealers currently buying through distribution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FROG dealer data to identify gaps -- markets with dealers but no FROG presence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scanner to monitor dealer websites for changes over time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Jhonatan Garrido-Lecca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garridolecca.github.io/pool-dealer-map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4663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-- King Technology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FROG Dealer Intelligence Platform</dc:title>
  <dc:subject>PptxGenJS Presentation</dc:subject>
  <dc:creator>Jhonatan Garrido-Lecca</dc:creator>
  <cp:lastModifiedBy>Jhonatan Garrido-Lecca</cp:lastModifiedBy>
  <cp:revision>1</cp:revision>
  <dcterms:created xsi:type="dcterms:W3CDTF">2026-03-18T12:25:46Z</dcterms:created>
  <dcterms:modified xsi:type="dcterms:W3CDTF">2026-03-18T12:25:46Z</dcterms:modified>
</cp:coreProperties>
</file>